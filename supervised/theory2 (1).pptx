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40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(in ₹ thousands)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18</c:v>
                </c:pt>
                <c:pt idx="2">
                  <c:v>25</c:v>
                </c:pt>
                <c:pt idx="3">
                  <c:v>35</c:v>
                </c:pt>
                <c:pt idx="4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87-40F7-93CF-A0F9666499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450</c:v>
                </c:pt>
                <c:pt idx="2">
                  <c:v>380</c:v>
                </c:pt>
                <c:pt idx="3">
                  <c:v>300</c:v>
                </c:pt>
                <c:pt idx="4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69-476B-823A-15DB6AEE04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Marketing Spend (₹ thousands)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24-4209-866A-CC8CC34A1B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(₹ thousands)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200</c:v>
                </c:pt>
                <c:pt idx="1">
                  <c:v>240</c:v>
                </c:pt>
                <c:pt idx="2">
                  <c:v>300</c:v>
                </c:pt>
                <c:pt idx="3">
                  <c:v>360</c:v>
                </c:pt>
                <c:pt idx="4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24-4209-866A-CC8CC34A1B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9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3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7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1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85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9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8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6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20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1240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34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5615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35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59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5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183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How Regression Models are Used in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Presentation with Practical Examples &amp; Graphs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48265"/>
            <a:ext cx="7704667" cy="1981200"/>
          </a:xfrm>
        </p:spPr>
        <p:txBody>
          <a:bodyPr/>
          <a:lstStyle/>
          <a:p>
            <a:r>
              <a:rPr dirty="0"/>
              <a:t>What is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95051"/>
            <a:ext cx="7704667" cy="3332816"/>
          </a:xfrm>
        </p:spPr>
        <p:txBody>
          <a:bodyPr>
            <a:normAutofit/>
          </a:bodyPr>
          <a:lstStyle/>
          <a:p>
            <a:r>
              <a:rPr dirty="0"/>
              <a:t> Regression is a statistical method used to find relationships between variables.</a:t>
            </a:r>
          </a:p>
          <a:p>
            <a:r>
              <a:rPr dirty="0"/>
              <a:t> It predicts a dependent variable using one or more independent variables.</a:t>
            </a:r>
          </a:p>
          <a:p>
            <a:r>
              <a:rPr dirty="0"/>
              <a:t> Businesses use regression for forecasting, decision-making, and optimization.</a:t>
            </a:r>
          </a:p>
          <a:p>
            <a:r>
              <a:rPr dirty="0"/>
              <a:t>Example: Predicting Sales based on Advertising Spend.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378543"/>
            <a:ext cx="7704667" cy="1981200"/>
          </a:xfrm>
        </p:spPr>
        <p:txBody>
          <a:bodyPr/>
          <a:lstStyle/>
          <a:p>
            <a:r>
              <a:t>Types of Regression Used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1026"/>
            <a:ext cx="7704667" cy="3332816"/>
          </a:xfrm>
        </p:spPr>
        <p:txBody>
          <a:bodyPr>
            <a:normAutofit/>
          </a:bodyPr>
          <a:lstStyle/>
          <a:p>
            <a:r>
              <a:rPr dirty="0"/>
              <a:t>1. Linear Regression – Predicts continuous values (e.g., Sales).</a:t>
            </a:r>
          </a:p>
          <a:p>
            <a:r>
              <a:rPr dirty="0"/>
              <a:t>2. Multiple Linear Regression – Uses multiple factors (Price, Ads, Season).</a:t>
            </a:r>
          </a:p>
          <a:p>
            <a:r>
              <a:rPr dirty="0"/>
              <a:t>3. Logistic Regression – Predicts Yes/No outcomes (Customer will buy or not).</a:t>
            </a:r>
          </a:p>
          <a:p>
            <a:r>
              <a:rPr dirty="0"/>
              <a:t>4. Polynomial Regression – Captures non-linear relationships.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Example: Advertising Spend vs Sales (Linear Regression)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823753"/>
              </p:ext>
            </p:extLst>
          </p:nvPr>
        </p:nvGraphicFramePr>
        <p:xfrm>
          <a:off x="1297858" y="2438401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85020"/>
            <a:ext cx="7704667" cy="1981200"/>
          </a:xfrm>
        </p:spPr>
        <p:txBody>
          <a:bodyPr/>
          <a:lstStyle/>
          <a:p>
            <a:r>
              <a:rPr dirty="0"/>
              <a:t>Business Use Case 1: Sales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438401"/>
            <a:ext cx="7704667" cy="3332816"/>
          </a:xfrm>
        </p:spPr>
        <p:txBody>
          <a:bodyPr/>
          <a:lstStyle/>
          <a:p>
            <a:r>
              <a:rPr dirty="0"/>
              <a:t> Predict future sales using historical data.</a:t>
            </a:r>
          </a:p>
          <a:p>
            <a:r>
              <a:rPr dirty="0"/>
              <a:t> Helps in inventory management.</a:t>
            </a:r>
          </a:p>
          <a:p>
            <a:r>
              <a:rPr dirty="0"/>
              <a:t> Reduces overstocking and understocking.</a:t>
            </a:r>
          </a:p>
          <a:p>
            <a:r>
              <a:rPr dirty="0"/>
              <a:t> Improves production planning.</a:t>
            </a:r>
          </a:p>
          <a:p>
            <a:r>
              <a:rPr dirty="0"/>
              <a:t>Example: Retail stores predicting festive season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60556"/>
            <a:ext cx="7704667" cy="1981200"/>
          </a:xfrm>
        </p:spPr>
        <p:txBody>
          <a:bodyPr/>
          <a:lstStyle/>
          <a:p>
            <a:r>
              <a:rPr dirty="0"/>
              <a:t>Pricing Strategy: Price vs Demand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463755"/>
              </p:ext>
            </p:extLst>
          </p:nvPr>
        </p:nvGraphicFramePr>
        <p:xfrm>
          <a:off x="1061884" y="2079523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Use Case 2: Marketing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909916"/>
            <a:ext cx="7704667" cy="3332816"/>
          </a:xfrm>
        </p:spPr>
        <p:txBody>
          <a:bodyPr/>
          <a:lstStyle/>
          <a:p>
            <a:r>
              <a:rPr dirty="0"/>
              <a:t> Measures effectiveness of marketing campaigns.</a:t>
            </a:r>
          </a:p>
          <a:p>
            <a:r>
              <a:rPr dirty="0"/>
              <a:t> Identifies high-performing channels.</a:t>
            </a:r>
          </a:p>
          <a:p>
            <a:r>
              <a:rPr dirty="0"/>
              <a:t> Calculates Return on Investment (ROI).</a:t>
            </a:r>
          </a:p>
          <a:p>
            <a:r>
              <a:rPr dirty="0"/>
              <a:t>Example: Impact of Social Media Ads on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40891"/>
            <a:ext cx="7704667" cy="1981200"/>
          </a:xfrm>
        </p:spPr>
        <p:txBody>
          <a:bodyPr/>
          <a:lstStyle/>
          <a:p>
            <a:r>
              <a:rPr dirty="0"/>
              <a:t>Marketing Spend vs Revenue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365644"/>
              </p:ext>
            </p:extLst>
          </p:nvPr>
        </p:nvGraphicFramePr>
        <p:xfrm>
          <a:off x="1091380" y="2040193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0"/>
            <a:ext cx="7704667" cy="1981200"/>
          </a:xfrm>
        </p:spPr>
        <p:txBody>
          <a:bodyPr/>
          <a:lstStyle/>
          <a:p>
            <a:r>
              <a:rPr dirty="0"/>
              <a:t>Business Use Case 3: Financial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16394"/>
            <a:ext cx="7704667" cy="3332816"/>
          </a:xfrm>
        </p:spPr>
        <p:txBody>
          <a:bodyPr/>
          <a:lstStyle/>
          <a:p>
            <a:r>
              <a:rPr dirty="0"/>
              <a:t> Used in credit scoring models.</a:t>
            </a:r>
          </a:p>
          <a:p>
            <a:r>
              <a:rPr dirty="0"/>
              <a:t> Predicts loan default probability.</a:t>
            </a:r>
          </a:p>
          <a:p>
            <a:r>
              <a:rPr dirty="0"/>
              <a:t> Helps banks reduce financial risk.</a:t>
            </a:r>
          </a:p>
          <a:p>
            <a:r>
              <a:rPr dirty="0"/>
              <a:t>Example: Logistic regression predicting default (Yes/No).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45692"/>
            <a:ext cx="7704667" cy="1981200"/>
          </a:xfrm>
        </p:spPr>
        <p:txBody>
          <a:bodyPr/>
          <a:lstStyle/>
          <a:p>
            <a:r>
              <a:rPr dirty="0"/>
              <a:t>Business Use Case 4: Customer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16394"/>
            <a:ext cx="7704667" cy="3332816"/>
          </a:xfrm>
        </p:spPr>
        <p:txBody>
          <a:bodyPr/>
          <a:lstStyle/>
          <a:p>
            <a:r>
              <a:rPr dirty="0"/>
              <a:t> Predicts customer churn.</a:t>
            </a:r>
          </a:p>
          <a:p>
            <a:r>
              <a:rPr dirty="0"/>
              <a:t> Helps improve customer retention.</a:t>
            </a:r>
          </a:p>
          <a:p>
            <a:r>
              <a:rPr dirty="0"/>
              <a:t> Enables personalized marketing strategies.</a:t>
            </a:r>
          </a:p>
          <a:p>
            <a:r>
              <a:rPr dirty="0"/>
              <a:t>Example: Predicting subscription cancellation.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65356"/>
            <a:ext cx="7704667" cy="1981200"/>
          </a:xfrm>
        </p:spPr>
        <p:txBody>
          <a:bodyPr/>
          <a:lstStyle/>
          <a:p>
            <a:r>
              <a:rPr dirty="0"/>
              <a:t>Advantages of Regression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45890"/>
            <a:ext cx="7704667" cy="3332816"/>
          </a:xfrm>
        </p:spPr>
        <p:txBody>
          <a:bodyPr/>
          <a:lstStyle/>
          <a:p>
            <a:r>
              <a:rPr dirty="0"/>
              <a:t> Data-driven decision making.</a:t>
            </a:r>
          </a:p>
          <a:p>
            <a:r>
              <a:rPr dirty="0"/>
              <a:t> Better forecasting accuracy.</a:t>
            </a:r>
          </a:p>
          <a:p>
            <a:r>
              <a:rPr dirty="0"/>
              <a:t> Cost reduction.</a:t>
            </a:r>
          </a:p>
          <a:p>
            <a:r>
              <a:rPr dirty="0"/>
              <a:t> Risk management improvement.</a:t>
            </a:r>
          </a:p>
          <a:p>
            <a:r>
              <a:rPr dirty="0"/>
              <a:t> Strategic planning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 of 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/>
          <a:lstStyle/>
          <a:p>
            <a:r>
              <a:rPr dirty="0"/>
              <a:t> Requires high-quality data.</a:t>
            </a:r>
          </a:p>
          <a:p>
            <a:r>
              <a:rPr dirty="0"/>
              <a:t> Sensitive to outliers.</a:t>
            </a:r>
          </a:p>
          <a:p>
            <a:r>
              <a:rPr dirty="0"/>
              <a:t> Assumes relationship between variables.</a:t>
            </a:r>
          </a:p>
          <a:p>
            <a:r>
              <a:rPr dirty="0"/>
              <a:t> Risk of overfitting.</a:t>
            </a:r>
          </a:p>
          <a:p>
            <a:r>
              <a:rPr dirty="0"/>
              <a:t> Cannot capture sudden market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47370"/>
            <a:ext cx="7704667" cy="19812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959" y="2047568"/>
            <a:ext cx="7704667" cy="3332816"/>
          </a:xfrm>
        </p:spPr>
        <p:txBody>
          <a:bodyPr>
            <a:normAutofit/>
          </a:bodyPr>
          <a:lstStyle/>
          <a:p>
            <a:r>
              <a:rPr dirty="0"/>
              <a:t> Regression models are powerful analytical tools in business.</a:t>
            </a:r>
          </a:p>
          <a:p>
            <a:r>
              <a:rPr dirty="0"/>
              <a:t> They improve forecasting, pricing, marketing, and risk management.</a:t>
            </a:r>
          </a:p>
          <a:p>
            <a:r>
              <a:rPr dirty="0"/>
              <a:t> Help businesses make smarter and more profitable decisions.</a:t>
            </a:r>
          </a:p>
          <a:p>
            <a:r>
              <a:rPr dirty="0"/>
              <a:t>Regression = Better Insights + Better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405</Words>
  <Application>Microsoft Office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How Regression Models are Used in Business</vt:lpstr>
      <vt:lpstr>What is Regression?</vt:lpstr>
      <vt:lpstr>Types of Regression Used in Business</vt:lpstr>
      <vt:lpstr>Example: Advertising Spend vs Sales (Linear Regression)</vt:lpstr>
      <vt:lpstr>Business Use Case 1: Sales Forecasting</vt:lpstr>
      <vt:lpstr>Pricing Strategy: Price vs Demand</vt:lpstr>
      <vt:lpstr>Business Use Case 2: Marketing Analytics</vt:lpstr>
      <vt:lpstr>Marketing Spend vs Revenue</vt:lpstr>
      <vt:lpstr>Business Use Case 3: Financial Risk Analysis</vt:lpstr>
      <vt:lpstr>Business Use Case 4: Customer Behavior Analysis</vt:lpstr>
      <vt:lpstr>Advantages of Regression in Business</vt:lpstr>
      <vt:lpstr>Limitations of Regression Models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NANDANI</dc:creator>
  <cp:keywords/>
  <dc:description>generated using python-pptx</dc:description>
  <cp:lastModifiedBy>ABC</cp:lastModifiedBy>
  <cp:revision>3</cp:revision>
  <dcterms:created xsi:type="dcterms:W3CDTF">2013-01-27T09:14:16Z</dcterms:created>
  <dcterms:modified xsi:type="dcterms:W3CDTF">2026-04-02T06:39:57Z</dcterms:modified>
  <cp:category/>
</cp:coreProperties>
</file>