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1956" y="3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364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216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619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345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458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485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876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832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282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658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4639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1637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6841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5733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2267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8114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936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1873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9550" y="1426029"/>
            <a:ext cx="10172700" cy="2002971"/>
          </a:xfrm>
        </p:spPr>
        <p:txBody>
          <a:bodyPr>
            <a:normAutofit/>
          </a:bodyPr>
          <a:lstStyle/>
          <a:p>
            <a:r>
              <a:rPr sz="3800" dirty="0"/>
              <a:t>Object-Oriented Programming (OOP) Concepts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9550" y="3740670"/>
            <a:ext cx="6620968" cy="734518"/>
          </a:xfrm>
        </p:spPr>
        <p:txBody>
          <a:bodyPr/>
          <a:lstStyle/>
          <a:p>
            <a:r>
              <a:rPr dirty="0"/>
              <a:t>Introduction to OOP in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OOP?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Object-Oriented Programming (OOP) is a programming paradigm based on the concept of objects, which contain data and methods.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 of 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Class: Blueprint for creating objects</a:t>
            </a:r>
          </a:p>
          <a:p>
            <a:r>
              <a:t>2. Object: Instance of a class</a:t>
            </a:r>
          </a:p>
          <a:p>
            <a:r>
              <a:t>3. Inheritance: Mechanism to derive a class from another</a:t>
            </a:r>
          </a:p>
          <a:p>
            <a:r>
              <a:t>4. Polymorphism: Ability to take many forms</a:t>
            </a:r>
          </a:p>
          <a:p>
            <a:r>
              <a:t>5. Encapsulation: Wrapping data and methods together</a:t>
            </a:r>
          </a:p>
          <a:p>
            <a:r>
              <a:t>6. Abstraction: Hiding internal details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3059" y="2127263"/>
            <a:ext cx="7037882" cy="342793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dirty="0"/>
              <a:t>class Car:</a:t>
            </a:r>
          </a:p>
          <a:p>
            <a:pPr marL="0" indent="0">
              <a:buNone/>
            </a:pPr>
            <a:r>
              <a:rPr dirty="0"/>
              <a:t>    def __</a:t>
            </a:r>
            <a:r>
              <a:rPr dirty="0" err="1"/>
              <a:t>init</a:t>
            </a:r>
            <a:r>
              <a:rPr dirty="0"/>
              <a:t>__(self, brand, model):</a:t>
            </a:r>
          </a:p>
          <a:p>
            <a:pPr marL="0" indent="0">
              <a:buNone/>
            </a:pPr>
            <a:r>
              <a:rPr dirty="0"/>
              <a:t>        </a:t>
            </a:r>
            <a:r>
              <a:rPr dirty="0" err="1"/>
              <a:t>self.brand</a:t>
            </a:r>
            <a:r>
              <a:rPr dirty="0"/>
              <a:t> = brand</a:t>
            </a:r>
          </a:p>
          <a:p>
            <a:pPr marL="0" indent="0">
              <a:buNone/>
            </a:pPr>
            <a:r>
              <a:rPr dirty="0"/>
              <a:t>        </a:t>
            </a:r>
            <a:r>
              <a:rPr dirty="0" err="1"/>
              <a:t>self.model</a:t>
            </a:r>
            <a:r>
              <a:rPr dirty="0"/>
              <a:t> = model</a:t>
            </a:r>
          </a:p>
          <a:p>
            <a:pPr marL="0" indent="0">
              <a:buNone/>
            </a:pPr>
            <a:r>
              <a:rPr dirty="0"/>
              <a:t>    def start(self):</a:t>
            </a:r>
          </a:p>
          <a:p>
            <a:pPr marL="0" indent="0">
              <a:buNone/>
            </a:pPr>
            <a:r>
              <a:rPr dirty="0"/>
              <a:t>        print(f'{</a:t>
            </a:r>
            <a:r>
              <a:rPr dirty="0" err="1"/>
              <a:t>self.brand</a:t>
            </a:r>
            <a:r>
              <a:rPr dirty="0"/>
              <a:t>} {</a:t>
            </a:r>
            <a:r>
              <a:rPr dirty="0" err="1"/>
              <a:t>self.model</a:t>
            </a:r>
            <a:r>
              <a:rPr dirty="0"/>
              <a:t>} is starting.')</a:t>
            </a:r>
          </a:p>
          <a:p>
            <a:endParaRPr dirty="0"/>
          </a:p>
          <a:p>
            <a:pPr marL="0" indent="0">
              <a:buNone/>
            </a:pPr>
            <a:r>
              <a:rPr dirty="0" err="1"/>
              <a:t>my_car</a:t>
            </a:r>
            <a:r>
              <a:rPr dirty="0"/>
              <a:t> = Car('Toyota', 'Corolla')</a:t>
            </a:r>
          </a:p>
          <a:p>
            <a:pPr marL="0" indent="0">
              <a:buNone/>
            </a:pPr>
            <a:r>
              <a:rPr dirty="0" err="1"/>
              <a:t>my_car.start</a:t>
            </a:r>
            <a:r>
              <a:rPr dirty="0"/>
              <a:t>()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Modularity</a:t>
            </a:r>
          </a:p>
          <a:p>
            <a:r>
              <a:t>- Reusability</a:t>
            </a:r>
          </a:p>
          <a:p>
            <a:r>
              <a:t>- Scalability</a:t>
            </a:r>
          </a:p>
          <a:p>
            <a:r>
              <a:t>- Easy maintenance</a:t>
            </a:r>
          </a:p>
          <a:p>
            <a:r>
              <a:t>- Improved productivity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Example of 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t>Example: Online Food Delivery App</a:t>
            </a:r>
          </a:p>
          <a:p>
            <a:endParaRPr/>
          </a:p>
          <a:p>
            <a:r>
              <a:t>- Class: Restaurant, FoodItem, Customer, Order</a:t>
            </a:r>
          </a:p>
          <a:p>
            <a:r>
              <a:t>- Object: A specific restaurant or order</a:t>
            </a:r>
          </a:p>
          <a:p>
            <a:r>
              <a:t>- Inheritance: Different cuisines inherit Restaurant class</a:t>
            </a:r>
          </a:p>
          <a:p>
            <a:r>
              <a:t>- Polymorphism: Payment methods (Card, UPI, Wallet)</a:t>
            </a:r>
          </a:p>
          <a:p>
            <a:r>
              <a:t>- Encapsulation: Customer details hidden inside class</a:t>
            </a:r>
          </a:p>
          <a:p>
            <a:r>
              <a:t>- Abstraction: User interacts only with app interface, not backend details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</TotalTime>
  <Words>245</Words>
  <Application>Microsoft Office PowerPoint</Application>
  <PresentationFormat>On-screen Show (4:3)</PresentationFormat>
  <Paragraphs>36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Century Gothic</vt:lpstr>
      <vt:lpstr>Wingdings 3</vt:lpstr>
      <vt:lpstr>Ion</vt:lpstr>
      <vt:lpstr>Object-Oriented Programming (OOP) Concepts</vt:lpstr>
      <vt:lpstr>What is OOP?</vt:lpstr>
      <vt:lpstr>Key Concepts of OOP</vt:lpstr>
      <vt:lpstr>Example in Python</vt:lpstr>
      <vt:lpstr>Benefits of OOP</vt:lpstr>
      <vt:lpstr>Real-world Example of OOP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ABC</cp:lastModifiedBy>
  <cp:revision>2</cp:revision>
  <dcterms:created xsi:type="dcterms:W3CDTF">2013-01-27T09:14:16Z</dcterms:created>
  <dcterms:modified xsi:type="dcterms:W3CDTF">2025-09-15T18:30:46Z</dcterms:modified>
  <cp:category/>
</cp:coreProperties>
</file>